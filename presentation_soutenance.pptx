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probabiliste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fin d'un orage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intelligente de la levee d'alerte orageuse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aeroports europeens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: [Nom de l'equipe]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et problematique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probleme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fixe de 30-60 min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le dernier eclair detecte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Centaines d'heures perdues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annee par aeroport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conservative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ignore la dynamique de l'orage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C89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probabiliste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estime la fin reelle de l'orage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confiance [0,1]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eclair CG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Levee anticipee de l'alerte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score &gt;= theta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donnees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507K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Eclairs train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Eclairs 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Positifs (1:20)</a:t>
            </a:r>
            <a:endParaRPr lang="en-US" sz="1100" dirty="0"/>
          </a:p>
        </p:txBody>
      </p:sp>
      <p:pic>
        <p:nvPicPr>
          <p:cNvPr id="16" name="Image 0" descr="/sessions/festive-compassionate-babbage/mnt/Data_Battle_2026/plots/01_airport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0"/>
            <a:ext cx="8229600" cy="2286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17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variables causales — aucune fuite de donnees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rank_cg, t_since_start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Probabilite croissante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4173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Temps inter-eclairs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dt_prev, dt_mean, dt_ema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Espacement = fin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173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dist, dist_mean, trend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Orage s'eloigne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4173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amp_abs, maxis, trend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 energetique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7889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Densite CG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n_cg_2/5/10/15/30min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Ralentissement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27889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06040" y="27889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974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n_ic, ratio_ic_cg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9748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Precurseur de fin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7889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788920"/>
            <a:ext cx="192024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hour, azimuth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Signaux discriminants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Espacement temporel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 l'aeroport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1051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Densite d'activite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dernier eclair CG vs les eclairs precedents</a:t>
            </a:r>
            <a:endParaRPr lang="en-US" sz="1000" dirty="0"/>
          </a:p>
        </p:txBody>
      </p:sp>
      <p:pic>
        <p:nvPicPr>
          <p:cNvPr id="14" name="Image 0" descr="/sessions/festive-compassionate-babbage/mnt/Data_Battle_2026/plots/05_last_lightning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57400"/>
            <a:ext cx="8595360" cy="2606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 des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features par gain LightGBM — l'azimuth, le maxis et la distance dominent</a:t>
            </a:r>
            <a:endParaRPr lang="en-US" sz="1300" dirty="0"/>
          </a:p>
        </p:txBody>
      </p:sp>
      <p:pic>
        <p:nvPicPr>
          <p:cNvPr id="5" name="Image 0" descr="/sessions/festive-compassionate-babbage/mnt/Data_Battle_2026/plots/17_feature_importanc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des modeles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(LGB+XGB+per-ap)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tuned (1500)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tuned (2000)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Desequilibre 4.64% → l'accuracy est inadaptee. AUC-PR et F1 sont les metriques de reference.</a:t>
            </a:r>
            <a:endParaRPr lang="en-US" sz="1100" dirty="0"/>
          </a:p>
        </p:txBody>
      </p:sp>
      <p:pic>
        <p:nvPicPr>
          <p:cNvPr id="6" name="Image 0" descr="/sessions/festive-compassionate-babbage/mnt/Data_Battle_2026/plots/15_precision_recall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37560"/>
            <a:ext cx="3931920" cy="1417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pic>
        <p:nvPicPr>
          <p:cNvPr id="7" name="Image 1" descr="/sessions/festive-compassionate-babbage/mnt/Data_Battle_2026/plots/16_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37560"/>
            <a:ext cx="3931920" cy="1417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operationnelle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548.3h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1081 alertes eval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30.4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par alerte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 min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&lt; 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theta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global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371600"/>
                <a:gridCol w="137160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(h)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Gain/alerte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(30 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8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per-airport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 vs Risque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4" name="Image 0" descr="/sessions/festive-compassionate-babbage/mnt/Data_Battle_2026/plots/18_operational_e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41148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pic>
        <p:nvPicPr>
          <p:cNvPr id="5" name="Image 1" descr="/sessions/festive-compassionate-babbage/mnt/Data_Battle_2026/plots/19_gain_vs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51560"/>
            <a:ext cx="429768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pleins = Risque &lt; 2% (zone valide)  |  Croix = Risque &gt;= 2%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Performances par aeroport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92024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05840"/>
                <a:gridCol w="4114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 opt.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meteo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Ajaccio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 mediterraneenne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Mediterraneen, variabilite moderee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Biarritz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Atlantique, trajectoires O-E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Continental, peu d'alertes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Ligurien, fort ratio IC/CG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Variabilite des seuils (0.079 Nantes vs 0.422 Pise) → justifie les modeles specialises</a:t>
            </a:r>
            <a:endParaRPr lang="en-US" sz="1200" dirty="0"/>
          </a:p>
        </p:txBody>
      </p:sp>
      <p:pic>
        <p:nvPicPr>
          <p:cNvPr id="6" name="Image 0" descr="/sessions/festive-compassionate-babbage/mnt/Data_Battle_2026/plots/06_alert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37560"/>
            <a:ext cx="8229600" cy="1417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Streamlit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databattle-ai-2026.streamlit.app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5361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en temps reel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Selectionner un aeroport et une alerte, ajuster theta, visualiser le score de confiance en 3 panneaux (score, distance, activite CG)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64008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33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6334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exploratoire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figures EDA : distribution par aeroport, saisonnalite, structure des alertes, signaux discriminants, courbes operationnelles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57600"/>
            <a:ext cx="64008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7307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d'utilisation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seuils par aeroport, interpretation du score, pipeline technique complet et format CSV attendu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Battle 2026 — Meteorage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1234440"/>
            <a:ext cx="640080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234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548.3 heures de gain operationnel sur 1081 alertes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0116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1.76% — contrainte de securite &lt; 2% respectee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788920"/>
            <a:ext cx="640080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788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2788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recuperees par alerte en moyenne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640080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3566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specialises par aeroport pour capturer les specificites locales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probabiliste de la fin d'un orage</dc:title>
  <dc:subject>PptxGenJS Presentation</dc:subject>
  <dc:creator>Data Battle 2026</dc:creator>
  <cp:lastModifiedBy>Data Battle 2026</cp:lastModifiedBy>
  <cp:revision>1</cp:revision>
  <dcterms:created xsi:type="dcterms:W3CDTF">2026-03-27T06:46:38Z</dcterms:created>
  <dcterms:modified xsi:type="dcterms:W3CDTF">2026-03-27T06:46:38Z</dcterms:modified>
</cp:coreProperties>
</file>